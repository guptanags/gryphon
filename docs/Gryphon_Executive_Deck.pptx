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Gryphon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'Code Assist' to Autonomous Engineering</a:t>
            </a:r>
          </a:p>
          <a:p>
            <a:r>
              <a:t>Secure. Context-Aware. On-Premise.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Enterprise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drowning in maintenance while innovation stalls.</a:t>
            </a:r>
          </a:p>
          <a:p>
            <a:pPr lvl="1"/>
            <a:r>
              <a:t>1. Legacy Complexity: Millions of lines of undocumented code. (40% dev time spent reading)</a:t>
            </a:r>
          </a:p>
          <a:p>
            <a:pPr lvl="1"/>
            <a:r>
              <a:t>2. Knowledge Drain: Senior engineers leave, taking domain knowledge with them.</a:t>
            </a:r>
          </a:p>
          <a:p>
            <a:pPr lvl="1"/>
            <a:r>
              <a:t>3. Data Sovereignty: Cannot send proprietary algo to public AI clouds.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Gryphon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Autonomous Agentic Framework, not just a Chatbot.</a:t>
            </a:r>
          </a:p>
          <a:p>
            <a:pPr lvl="1"/>
            <a:r>
              <a:t>IT READS: Ingests repositories, Confluence, and PDFs.</a:t>
            </a:r>
          </a:p>
          <a:p>
            <a:pPr lvl="1"/>
            <a:r>
              <a:t>IT REMEMBERS: Builds a semantic 'Corporate Memory' (Vector Store).</a:t>
            </a:r>
          </a:p>
          <a:p>
            <a:pPr lvl="1"/>
            <a:r>
              <a:t>IT ACTS: Plans, codes, tests, and raises PRs autonomously.</a:t>
            </a:r>
          </a:p>
          <a:p>
            <a:pPr lvl="2"/>
            <a:r>
              <a:t>The Shift: From 'Human typing with AI help' -&gt; 'AI coding with Human supervision'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Gryphon vs. Standard Co-Pilots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 IDE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 Gryphon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to open file (Flashlight)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Repo + Docs (Lighthouse)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Data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SaaS (Code leaves perimeter)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On-Prem / OpenShift (Secure)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Passive (User Prompts)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 (Autonomous Agents)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ARCHITECTURE DIAGRAM HERE]</a:t>
            </a:r>
          </a:p>
          <a:p/>
          <a:p>
            <a:r>
              <a:t>1. Ingestion (Qdrant)</a:t>
            </a:r>
          </a:p>
          <a:p>
            <a:r>
              <a:t>2. Orchestration (LangGraph)</a:t>
            </a:r>
          </a:p>
          <a:p>
            <a:r>
              <a:t>3. Execution (Vertex AI)</a:t>
            </a:r>
          </a:p>
          <a:p>
            <a:r>
              <a:t>4. Delivery (Git PR)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Benefits (ROI)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Compliance &amp; Security: Zero IP leakage. Audit trails.</a:t>
            </a:r>
          </a:p>
          <a:p>
            <a:pPr>
              <a:defRPr b="1"/>
            </a:pPr>
            <a:r>
              <a:t>Velocity: Automates the tedious 80% (Docs, Unit Tests).</a:t>
            </a:r>
          </a:p>
          <a:p>
            <a:pPr>
              <a:defRPr b="1"/>
            </a:pPr>
            <a:r>
              <a:t>Code Quality: Standardized analysis (Radon/PMD) on every change.</a:t>
            </a:r>
          </a:p>
          <a:p>
            <a:pPr>
              <a:defRPr b="1"/>
            </a:pPr>
            <a:r>
              <a:t>Cost Optimization: Caching strategy reduces AI token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Legacy Debt into an AI-Ready Knowledge Asset.</a:t>
            </a:r>
          </a:p>
          <a:p/>
          <a:p>
            <a:r>
              <a:t>Next Steps:</a:t>
            </a:r>
          </a:p>
          <a:p>
            <a:r>
              <a:t>1. Deploy Pilot on OpenShift.</a:t>
            </a:r>
          </a:p>
          <a:p>
            <a:r>
              <a:t>2. Ingest Target Repository.</a:t>
            </a:r>
          </a:p>
          <a:p>
            <a:r>
              <a:t>3. Measure efficiency gains.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